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5E1CDB-4775-5025-B771-2F9F06A2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C0C4868-0B4E-C3EE-0FF1-4B718A924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1599E6-D20A-DDCF-DA3B-8B24C6CD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65B29F-71E8-DBC7-3C32-98BD750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E5BFDF-CC8C-2829-E34A-CA03E9A6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130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2A2AE3-F98C-D841-0191-D70832BE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1ACF60-02D7-8B64-2125-4691BA94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48E574-9D6D-006D-C7C4-ED3FB4A4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15176E-D8E5-9423-6C1E-49F305CD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C36382-6DD1-B1C0-F072-E66A86CC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9861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309B07-1738-CD07-53CE-09733D56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1E4C37-630C-B3CD-903C-954B013CD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18BFE5-FAE4-BF79-DE48-5D279978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CFC70A-19D0-B250-0E2E-4041CBA9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290AAD-B1CA-E8DF-6526-1A847391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56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109A3B-BED5-B41E-9502-7FBCD5A0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14A0DC-BD4A-457A-EF60-DDF6CA703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8636B17-2951-52FE-6DBE-A30CF0E1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00D012-A57C-ED40-89D2-211545C7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4EFB21-4047-4496-7598-7CDB44F3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A73DDA-3E4C-13FE-5B27-167C7D91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73C03C-8360-CD2C-4BBE-92853542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3DDC39B-B825-744A-6345-D66088FF5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B92143B-2687-9902-1B93-AFBF9547B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91613D9-49BE-DD08-6CC6-FEC8CA6F5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75012E2-6C3B-08BD-85AE-C21052281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5CAFB3F-951C-82D2-A56B-FF7677F6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07572D9-8C2C-1B8D-CB9D-E8FC8880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D892AF5-EB4D-2DD6-D009-2EF3F00B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561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B3E535-4A66-5B98-C336-81FCBB7A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B69CD1B-F4BA-25BA-8C17-EA6E16EC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76042EB-F182-439C-5A58-9A025F28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12748CA-8BDD-6C40-F2DB-898770F6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547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D29DE81-C2BC-CDCD-4787-0C1090E9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0BF9054-FA87-4DAE-322A-FF0C4377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11F75B-83FF-14AD-253E-5DD71A3C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244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6A584-C823-BE1C-6088-8D4A0D57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4C4566-2B64-289B-315E-9CCBCA103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903237-0F3B-B1AE-E484-4F0CB9BB6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8A11DD-7C10-B40B-6A6E-5535F7DD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6876A8-BC9C-72AE-593F-179A2EF1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4290F0-77B9-2DF4-C7C5-DB05C1E0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379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C37593-C80D-2931-0FE0-8C9716F5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DD42136-EB88-9BF6-C2C3-6F52BEA42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985F6EC-B3A4-B0DA-597A-EC602113A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A7706A2-F75D-0845-5FAA-36F05B301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3E14D5-7381-76C6-9296-AD9ADD6B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ACC6773-78E9-A3B7-67DD-B9D65D42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28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C59B34-D1E3-E386-9EEA-0E3A683C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11928A0-C550-94BF-E0B7-7CCA5A62C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C44D31-5701-3B1F-C31B-52A13B5A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4E2EC8-170F-D702-37AD-120C1F03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70565A-F334-77F9-1C0F-32C40CA1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359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554B47B-BF57-3101-C46C-C26C39001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34A97B3-4B52-5481-AE6D-8866A2C36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5D5205-64A9-168E-7E2C-450B6D67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787ED4-0FDC-9C43-BBB4-B2352740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A2F0C7-2B28-D01D-D579-7BE79D50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2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B6D72A8-CE16-7AE2-14E5-2B0E88A35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002DEC-3D84-32FB-16EB-B493DAE07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FD9F77-7A5F-DE80-3705-AC3F3EF16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ABED3-408C-F542-BE1D-23A045C5CD74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8F62FB-D023-D6BC-E97A-BE2388214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773034-5759-658E-59A7-D66799920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09785-7962-5A46-B70E-D77E087031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03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D223CAE-5427-6767-01F8-4F74F14B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44500"/>
            <a:ext cx="7772400" cy="444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2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02B676B-8379-5C44-1EDD-C6330501A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508000"/>
            <a:ext cx="7772400" cy="432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88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3A1FE6B-E6C2-5ED4-7274-62BF3F860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249" y="809539"/>
            <a:ext cx="7772400" cy="438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6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28C12D8-1633-AC20-8C38-DF0C72FE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412750"/>
            <a:ext cx="7772400" cy="448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208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1</cp:revision>
  <dcterms:created xsi:type="dcterms:W3CDTF">2026-08-31T19:37:07Z</dcterms:created>
  <dcterms:modified xsi:type="dcterms:W3CDTF">2026-08-31T19:39:17Z</dcterms:modified>
</cp:coreProperties>
</file>